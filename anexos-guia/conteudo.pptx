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Conteúdo de exemplo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Sem necessidade de entrega.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